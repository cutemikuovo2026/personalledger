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c27039dbdf4e89" /><Relationship Type="http://schemas.openxmlformats.org/officeDocument/2006/relationships/extended-properties" Target="/docProps/app.xml" Id="R2109c5a15e474201" /><Relationship Type="http://schemas.openxmlformats.org/officeDocument/2006/relationships/officeDocument" Target="/ppt/presentation.xml" Id="R19b8a40fb2b945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f5283c3e684440"/>
  </p:sldMasterIdLst>
  <p:notesMasterIdLst>
    <p:notesMasterId xmlns:r="http://schemas.openxmlformats.org/officeDocument/2006/relationships" r:id="R80899f0267564b41"/>
  </p:notesMasterIdLst>
  <p:sldIdLst>
    <p:sldId xmlns:r="http://schemas.openxmlformats.org/officeDocument/2006/relationships" id="256" r:id="R316aa391ba6845a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5283c3e684440" /><Relationship Type="http://schemas.openxmlformats.org/officeDocument/2006/relationships/theme" Target="/ppt/theme/theme1.xml" Id="Ra0a0743bcca24535" /><Relationship Type="http://schemas.openxmlformats.org/officeDocument/2006/relationships/notesMaster" Target="/ppt/notesMasters/notesMaster1.xml" Id="R80899f0267564b41" /><Relationship Type="http://schemas.openxmlformats.org/officeDocument/2006/relationships/presProps" Target="/ppt/presProps.xml" Id="Rc654897160aa4f6c" /><Relationship Type="http://schemas.openxmlformats.org/officeDocument/2006/relationships/viewProps" Target="/ppt/viewProps.xml" Id="R531662cbbeb84f39" /><Relationship Type="http://schemas.openxmlformats.org/officeDocument/2006/relationships/tableStyles" Target="/ppt/tableStyles.xml" Id="Rf675e7fc0541461c" /><Relationship Type="http://schemas.openxmlformats.org/officeDocument/2006/relationships/slide" Target="/ppt/slides/slide1.xml" Id="R316aa391ba6845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5abae187a6041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bbc648bc2a4e3f" /><Relationship Type="http://schemas.openxmlformats.org/officeDocument/2006/relationships/notesMaster" Target="/ppt/notesMasters/notesMaster1.xml" Id="R4b8c4f8292ea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d762b70bc434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f5c496dc9dc463d" /><Relationship Type="http://schemas.openxmlformats.org/officeDocument/2006/relationships/slideLayout" Target="/ppt/slideLayouts/slideLayout2.xml" Id="Ra6b48dbcb96e40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b48dbcb96e40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075f341ac46fe" /><Relationship Type="http://schemas.openxmlformats.org/officeDocument/2006/relationships/notesSlide" Target="/ppt/notesSlides/notesSlide1.xml" Id="R393d1d61d3264a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5FA450B-2803-4F11-B287-A2B977BA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827"/>
                </a:solidFill>
              </a:defRPr>
            </a:pPr>
            <a:r>
              <a:rPr sz="4500" b="1">
                <a:solidFill>
                  <a:srgbClr val="111827"/>
                </a:solidFill>
              </a:rPr>
              <a:t>Hello PersonalLedger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B517D-B60E-4728-9F04-AA7848D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CE2"/>
          </a:solidFill>
          <a:ln xmlns:a="http://schemas.openxmlformats.org/drawingml/2006/main" w="0">
            <a:solidFill>
              <a:srgbClr val="5E7CE2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8B2BAF5-914D-44DB-B0BD-23EE4558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1676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sample export</a:t>
            </a:r>
          </a:p>
        </p:txBody>
      </p:sp>
    </p:spTree>
    <p:extLst>
      <p:ext uri="{BB962C8B-B14F-4D97-AF65-F5344CB8AC3E}">
        <p14:creationId xmlns:p14="http://schemas.microsoft.com/office/powerpoint/2010/main" val="885793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2026-05-16T05:56:54.4420000Z</dcterms:created>
  <dcterms:modified xsi:type="dcterms:W3CDTF">2026-05-16T05:56:54.4430000Z</dcterms:modified>
</coreProperties>
</file>